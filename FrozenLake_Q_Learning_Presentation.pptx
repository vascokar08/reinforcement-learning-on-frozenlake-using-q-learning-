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709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63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472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0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18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28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88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6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35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879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597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52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807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537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171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72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94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375" y="915337"/>
            <a:ext cx="6905250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Reinforcement Learning on </a:t>
            </a:r>
            <a:r>
              <a:rPr lang="en-US" dirty="0" err="1"/>
              <a:t>FrozenLake</a:t>
            </a:r>
            <a:r>
              <a:rPr lang="en-US" dirty="0"/>
              <a:t> using Q-Learning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Using Q-Learning Algorithm</a:t>
            </a:r>
          </a:p>
          <a:p>
            <a:endParaRPr dirty="0"/>
          </a:p>
          <a:p>
            <a:r>
              <a:rPr dirty="0"/>
              <a:t>Presented by: Shivam</a:t>
            </a:r>
            <a:r>
              <a:rPr lang="en-IN" dirty="0"/>
              <a:t> Korgaonkar</a:t>
            </a:r>
          </a:p>
          <a:p>
            <a:r>
              <a:rPr lang="en-IN"/>
              <a:t>Roll No - 25ME11</a:t>
            </a:r>
            <a:endParaRPr lang="en-IN" dirty="0"/>
          </a:p>
          <a:p>
            <a:r>
              <a:rPr lang="en-US" altLang="en-US" dirty="0">
                <a:solidFill>
                  <a:schemeClr val="tx1"/>
                </a:solidFill>
              </a:rPr>
              <a:t>Course: A</a:t>
            </a:r>
            <a:r>
              <a:rPr lang="en-IN" altLang="en-US" dirty="0" err="1">
                <a:solidFill>
                  <a:schemeClr val="tx1"/>
                </a:solidFill>
              </a:rPr>
              <a:t>pplied</a:t>
            </a:r>
            <a:r>
              <a:rPr lang="en-IN" altLang="en-US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Machine Learning </a:t>
            </a:r>
          </a:p>
          <a:p>
            <a:r>
              <a:rPr lang="en-IN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Date-16/05/2026</a:t>
            </a:r>
          </a:p>
          <a:p>
            <a:endParaRPr lang="en-IN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endParaRPr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Reinforcement Learning is a learning method where an agent learns by interacting with an environment.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</a:t>
            </a:r>
          </a:p>
          <a:p>
            <a:r>
              <a:t>Environment</a:t>
            </a:r>
          </a:p>
          <a:p>
            <a:r>
              <a:t>States</a:t>
            </a:r>
          </a:p>
          <a:p>
            <a:r>
              <a:t>Actions</a:t>
            </a:r>
          </a:p>
          <a:p>
            <a:r>
              <a:t>Rewards</a:t>
            </a:r>
          </a:p>
          <a:p>
            <a:r>
              <a:t>Policy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FrozenLake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4x4 Grid World</a:t>
            </a:r>
          </a:p>
          <a:p>
            <a:r>
              <a:t>Start → Goal</a:t>
            </a:r>
          </a:p>
          <a:p>
            <a:r>
              <a:t>Avoid Holes</a:t>
            </a:r>
          </a:p>
          <a:p>
            <a:r>
              <a:t>Goal gives reward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5CBC-046C-2ECF-7885-B060F13C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Environment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18AF9-1B34-1B39-E916-905F3745D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 = Start</a:t>
            </a:r>
          </a:p>
          <a:p>
            <a:r>
              <a:rPr lang="en-US" dirty="0"/>
              <a:t>F = Frozen Surface</a:t>
            </a:r>
          </a:p>
          <a:p>
            <a:r>
              <a:rPr lang="en-US" dirty="0"/>
              <a:t>H = Hole</a:t>
            </a:r>
          </a:p>
          <a:p>
            <a:r>
              <a:rPr lang="en-US" dirty="0"/>
              <a:t>G = Goal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pt-BR" dirty="0"/>
              <a:t>S F F F</a:t>
            </a:r>
          </a:p>
          <a:p>
            <a:pPr marL="0" indent="0">
              <a:buNone/>
            </a:pPr>
            <a:r>
              <a:rPr lang="pt-BR" dirty="0"/>
              <a:t>F H F H</a:t>
            </a:r>
          </a:p>
          <a:p>
            <a:pPr marL="0" indent="0">
              <a:buNone/>
            </a:pPr>
            <a:r>
              <a:rPr lang="pt-BR" dirty="0"/>
              <a:t>F F F H</a:t>
            </a:r>
          </a:p>
          <a:p>
            <a:pPr marL="0" indent="0">
              <a:buNone/>
            </a:pPr>
            <a:r>
              <a:rPr lang="pt-BR" dirty="0"/>
              <a:t>H F F G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69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States and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States: 16</a:t>
            </a:r>
          </a:p>
          <a:p>
            <a:r>
              <a:t>Actions:</a:t>
            </a:r>
          </a:p>
          <a:p>
            <a:r>
              <a:t>Left, Down, Right, Up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Q-Table</a:t>
            </a:r>
          </a:p>
          <a:p>
            <a:r>
              <a:t>Learns optimal policy</a:t>
            </a:r>
          </a:p>
          <a:p>
            <a:r>
              <a:t>No dataset required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Q-Learning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Q(s,a) = Q(s,a) + α [r + γ max Q(s',a') - Q(s,a)]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Exploration vs 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Exploration: Try new actions</a:t>
            </a:r>
          </a:p>
          <a:p>
            <a:r>
              <a:t>Exploitation: Use learned actions</a:t>
            </a:r>
          </a:p>
          <a:p>
            <a:r>
              <a:t>Epsilon-greedy strategy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Initialize Q-table</a:t>
            </a:r>
          </a:p>
          <a:p>
            <a:r>
              <a:t>Train for 1000 episodes</a:t>
            </a:r>
          </a:p>
          <a:p>
            <a:r>
              <a:t>Update Q-values</a:t>
            </a:r>
          </a:p>
          <a:p>
            <a:r>
              <a:t>Reduce epsilon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Reward improves over time</a:t>
            </a:r>
          </a:p>
          <a:p>
            <a:r>
              <a:t>Agent learns optimal path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762CC-7384-4B0E-CCF0-20C49D2A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438ED2-6134-E3EA-E1B4-15BF45B98E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8039" y="2477486"/>
            <a:ext cx="2989921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Episode 1 Reward = 0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Episode 500 Reward = 1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Episode 1000 Reward = 1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8E658-2322-0A5D-939A-C7837337B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76" t="5934" r="3640" b="9790"/>
          <a:stretch>
            <a:fillRect/>
          </a:stretch>
        </p:blipFill>
        <p:spPr>
          <a:xfrm>
            <a:off x="3657600" y="3709691"/>
            <a:ext cx="4870244" cy="257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Conclusion</a:t>
            </a:r>
            <a:r>
              <a:rPr lang="en-IN" dirty="0"/>
              <a:t> and </a:t>
            </a:r>
            <a:r>
              <a:rPr lang="en-US" dirty="0"/>
              <a:t>Future Scope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Agent learns through trial and error</a:t>
            </a:r>
          </a:p>
          <a:p>
            <a:r>
              <a:rPr dirty="0"/>
              <a:t>Q-Learning finds best policy</a:t>
            </a:r>
          </a:p>
          <a:p>
            <a:r>
              <a:rPr dirty="0"/>
              <a:t>No labeled data needed</a:t>
            </a:r>
            <a:br>
              <a:rPr lang="en-IN" dirty="0"/>
            </a:br>
            <a:br>
              <a:rPr lang="en-IN" dirty="0"/>
            </a:br>
            <a:r>
              <a:rPr lang="en-US" dirty="0"/>
              <a:t>Future scopes</a:t>
            </a:r>
          </a:p>
          <a:p>
            <a:r>
              <a:rPr lang="en-US" dirty="0"/>
              <a:t>Deep Q Learning </a:t>
            </a:r>
          </a:p>
          <a:p>
            <a:r>
              <a:rPr lang="en-US" dirty="0"/>
              <a:t>Robotics </a:t>
            </a:r>
          </a:p>
          <a:p>
            <a:r>
              <a:rPr lang="en-US" dirty="0"/>
              <a:t>Game AI </a:t>
            </a:r>
          </a:p>
          <a:p>
            <a:r>
              <a:rPr lang="en-US" dirty="0"/>
              <a:t>Autonomous systems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198</TotalTime>
  <Words>240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Reinforcement Learning on FrozenLake using Q-Learning</vt:lpstr>
      <vt:lpstr>Introduction</vt:lpstr>
      <vt:lpstr>Key Concepts</vt:lpstr>
      <vt:lpstr>FrozenLake Environment</vt:lpstr>
      <vt:lpstr>Environment </vt:lpstr>
      <vt:lpstr>States and Actions</vt:lpstr>
      <vt:lpstr>Q-Learning</vt:lpstr>
      <vt:lpstr>Q-Learning Formula</vt:lpstr>
      <vt:lpstr>Exploration vs Exploitation</vt:lpstr>
      <vt:lpstr>Implementation</vt:lpstr>
      <vt:lpstr>Results</vt:lpstr>
      <vt:lpstr>Sample Output</vt:lpstr>
      <vt:lpstr>Conclusion and Future Scope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korgaonkar</cp:lastModifiedBy>
  <cp:revision>8</cp:revision>
  <dcterms:created xsi:type="dcterms:W3CDTF">2013-01-27T09:14:16Z</dcterms:created>
  <dcterms:modified xsi:type="dcterms:W3CDTF">2026-05-15T15:25:03Z</dcterms:modified>
  <cp:category/>
</cp:coreProperties>
</file>